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Object-Oriented HALs for Microcontrollers: How IOsonata Compares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OO Design Depth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Complexity/Overhead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Vendor HAL (C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 (procedural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Baseline</a:t>
                      </a:r>
                    </a:p>
                    <a:p>
                      <a:pPr>
                        <a:defRPr sz="1200"/>
                      </a:pPr>
                      <a:r>
                        <a:t>(often slower)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 complexity, but messy macros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Zephyr / RTOS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Partial (C structs, some C++)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 overhead</a:t>
                      </a:r>
                    </a:p>
                    <a:p>
                      <a:pPr>
                        <a:defRPr sz="1200"/>
                      </a:pPr>
                      <a:r>
                        <a:t>(latency, memory)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Complex, steep learning curve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modm (C++)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Strong OO</a:t>
                      </a:r>
                    </a:p>
                    <a:p>
                      <a:pPr>
                        <a:defRPr sz="1200"/>
                      </a:pPr>
                      <a:r>
                        <a:t>(templates, drivers)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Moderate</a:t>
                      </a:r>
                    </a:p>
                    <a:p>
                      <a:pPr>
                        <a:defRPr sz="1200"/>
                      </a:pPr>
                      <a:r>
                        <a:t>(templates add bloat)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Complex build system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QP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OO State Machines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Efficient in events,</a:t>
                      </a:r>
                    </a:p>
                    <a:p>
                      <a:pPr>
                        <a:defRPr sz="1200"/>
                      </a:pPr>
                      <a:r>
                        <a:t>not HAL focused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Good for RTOS-like design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IOsonata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OO polymorphic HAL</a:t>
                      </a:r>
                    </a:p>
                    <a:p>
                      <a:pPr>
                        <a:defRPr sz="1200"/>
                      </a:pPr>
                      <a:r>
                        <a:t>(Device, Intrf, Sensors)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Faster than vendor SDK</a:t>
                      </a:r>
                    </a:p>
                    <a:p>
                      <a:pPr>
                        <a:defRPr sz="1200"/>
                      </a:pPr>
                      <a:r>
                        <a:t>(benchmarked)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Lean, clean, minimal overhead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